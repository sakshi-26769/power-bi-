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4D37-DF62-C5B7-27CF-7C839FA85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2F68-8CB8-C246-5060-558B7782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10C6D-073E-204D-5199-D157C084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2DFF-66D0-530D-3224-4295E1FA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DD13-8A5D-06F1-9DA1-F589F1A8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52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3562-B053-7B53-83C1-62B74CFB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2D95-881A-3D33-E936-22E0F13E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902D-D1C0-E9C1-A699-D2566382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E017-DFA1-E5CF-7E13-30ADE5F7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B895-72B0-A452-0F8D-8E45A1B6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93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E09C-AAFE-6623-F7FA-8D6D9995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13485-A161-2156-6710-C6ECF8D6C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202C-34BD-DEE0-D0E5-CAF1781F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87247-6B68-28FF-107C-E7D0127D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2F330-2C7C-AE66-0128-6BE6A492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69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221B-EAB9-C3C5-D4E5-380D0548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F590-1923-74F1-F798-4909C0FA7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EF5C9-E1CA-9D98-B738-420F29097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B969-0BE1-F37E-8EFD-9FBAECAB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B0E75-469B-5AD0-1ABB-1F42B982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F3845-0FE8-B37E-AD77-AF50131D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1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A334-5348-119B-1B92-DCC8FC22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D084D-05E6-B74F-E0D2-8AD8B1D6F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4C9A-F62E-ED80-6E78-48E8CC1AB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5C042-ECD0-E57A-04B4-5B731BAB0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B8E82-6428-3AD5-4B95-411E7B85B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F7252-9E8E-269C-E826-E192E8C8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DA8F9-0367-2E97-B53D-466EC280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992A4-295A-9865-6D58-C1C2BF1A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57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E14D-3B4A-7AF9-2883-977DA23C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4DACF-46F7-51C3-3674-2547EDC8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B4AFC-3F24-6D7C-7D77-19F2A8B1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6AAD0-17F1-BFF9-4606-6FF8508C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30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EEDCD-FDDF-637A-48F7-D4059484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2462D-166D-AC49-0034-D334E403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D6607-AB43-87F6-8330-08F16EE1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156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CE0D-0D04-575F-4E39-7A2A5109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B395-AA13-BD70-75E7-A915AC2CB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A971E-F293-9622-5E62-EF8949A8B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79A07-CF71-70AC-7463-EC02AF05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6C7DD-5A00-D2A6-5D05-3FD83858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D6433-9A6E-DB72-22A0-1DF90BCE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8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9668-076B-DBBC-FD86-7B075E1D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6AD68-ED4A-5CCA-51E1-B92782A6D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87AF-CEF5-8782-7499-A8619786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C8F88-D062-FFA6-5885-D51B2B45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81F65-4239-7380-52DE-4C457474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63830-4156-B798-1AAE-B418B2CB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3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14C5-66AB-92CE-C8FD-D6A37A6C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3FA9B-1FA7-15B4-A089-610142EA5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D1D5-8DF4-9199-E95D-8ECE876F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66452-707F-4A6F-6675-2D1BFAFD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78C1-C7A0-CC83-3D6D-ABE51948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94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308BF-490F-D3E2-CBD7-6F1BEFF49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8FDF-7479-57CD-B952-1C4B13AD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09327-A789-769D-A251-148C266E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34089-46E6-8B6C-578A-ACD38B13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84574-C8CB-8C1A-720F-BAF0B4E3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809F1-EA3F-8E9A-757E-791E4789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BDF32-550F-EFD9-F87E-2199B72D6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6B87-E089-BE67-E4D2-F0ED2E995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F2416-93E6-4C24-B7ED-B32CDD4E4EB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8767E-E203-F5A5-A839-8F64AC5C0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61062-A788-E635-8CA3-36ABE407C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6943-02A3-4565-ABC9-962323CBC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33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FE2CB-36E8-CA84-3485-95F73BA47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0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2325A-CE3D-2F7A-20C2-697DE1B50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4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1E2EA-B2CD-065B-7178-CC91AE536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0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F10C6-001F-1FBB-32F6-63220883F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7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535F1-E6C7-8BC2-02BC-3BA5D129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FFAA2-E251-B197-0F90-61479467E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4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39F67-9AA3-A93F-37E6-2EC29864C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89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05E8B-2266-C838-35CD-BFB1BAFA9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2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63661-84A5-04D0-D8BC-136C0CB66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2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E2BB0-82E0-73E6-FF28-CA86B9574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558A4-1115-1163-BAC7-E00DD591C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86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D17A5-33D0-6EBF-4203-AA991001A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5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CBDE-E03E-CF22-28A9-3A67B4FFF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8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kaushiksakshi990@gmail.com</dc:creator>
  <cp:lastModifiedBy>kaushiksakshi990@gmail.com</cp:lastModifiedBy>
  <cp:revision>1</cp:revision>
  <dcterms:created xsi:type="dcterms:W3CDTF">2026-02-28T10:13:21Z</dcterms:created>
  <dcterms:modified xsi:type="dcterms:W3CDTF">2026-02-28T10:19:40Z</dcterms:modified>
</cp:coreProperties>
</file>